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E12862-C182-4135-A4D6-2D925F5EE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0937EE-8C6F-46A0-967D-A9504DAB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FE36E6-9975-4A28-83C9-BC323C6E6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04/27/2026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08F2A7-BC62-4C94-989F-02288533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73F910-50BC-4529-B85C-D852DD4E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5565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146EA-C66B-45E4-A38C-DCB6E8FC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40B3F0-A0B8-49B7-A790-259818917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08EFBF-6383-41E2-B587-FDDAE94A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04/27/2026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5E644A-D049-43AE-AF8E-4C337AF1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9FE072-D250-44BF-B9F1-769B1597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5742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FB3AD-CDC1-414B-9DB8-87EA334F8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D2F760-6C90-4C17-8029-F6C0646DE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B1C68E-067C-4E6F-AEF8-564BC22A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04/27/2026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2A7A3F-5DBA-4D3B-A7F6-BC7FBFE2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C27358-76F9-4488-981F-1C3CE8FBE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568088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FBD03-C258-4E84-9E25-139620E1E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13526-9590-45AE-BD9C-FF0792D0B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B8941C-CF2E-4F5E-885F-87F667761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71531D-59E6-41BE-BDF5-D8E9AA4A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04/27/2026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52DB48-BB79-499E-A695-3EF07BF7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FA57B7-67E5-4886-AEFF-C5B1B899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857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34EAD-0B3B-48B8-A4EF-182F913A5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50C5D4-B071-48D7-B50C-0BDED1AC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31F890-B637-427E-A890-3DB29C11A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36A8E34-8D33-45D1-9570-D882A3D00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033052-68D7-48DC-BB8E-E9372F42D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C857BD8-8001-4591-AF6A-1A3D6508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04/27/2026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8103A91-EEB5-4030-B2A3-9EC59A8A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1247F2-FF10-4ADC-9914-4ED00F4D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143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DB556-30C2-4DC1-AFA5-520277E6D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D9AB97-892A-4B31-8F8B-1D77DC29F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04/27/2026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11F250-3D3C-4C07-86EA-2171CBD4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DBA544-283E-4C00-B680-FC4ED5D7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1940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9E27FD0-90C9-4A86-A3D4-7DFC86693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04/27/2026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8408192-1D0C-4E41-A35A-19E9A1EF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0B973A-7982-4D9D-AAE3-8BD4A823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7729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47C7D2-D01D-4675-844A-C38A85713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A17E06-297C-47EA-8F95-707A501D2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4D7D79-60F0-4F09-A7A2-987F2959B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080CA1-FD75-402F-B1E8-476DBB32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04/27/2026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A3B2C2-4FF3-4EFC-A6AD-2C1EA84FC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4C2B65-2CF2-41F1-8B92-E01F0FD7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71090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80DD4-BD34-4576-9704-4B8519185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EDF5B6-5706-4612-A1C2-422A3A0E3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1CBDEF-7D9B-43EF-91D2-2F2B75A0A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CA418C-69D2-4744-94EB-08A20B9D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04/27/2026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E7849A-BD60-469C-8FC4-59EA06D1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A1E173-B811-4607-9B26-A5F9B3CB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94015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8BD25-EB26-4225-9992-E0297903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0AF14B-1677-4672-A6A4-306FA1716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3E838F-E73D-4B32-800B-1A6F5C88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04/27/2026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9F92-2EBF-4E37-B4F0-6A895D50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A0A38C-CCD8-496F-A365-DCFF4E0C6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99095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55666CC-CDD4-449D-8356-92621EF16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9A414C-B69A-4A32-806F-30BCF368E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52B8BE-A243-4D63-8371-0DF493F6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04/27/2026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A307D0-468D-4B59-92AF-F3DA5BF1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1EE0BA-B9BC-4161-9410-3EC40714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1866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349F3-1F81-4485-A31D-36E13D05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AFB99A-1937-49A6-AB42-332CFBDB6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4D19D1-03B3-4906-862C-F9173E44F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F0531-BAD1-4D09-B5F8-FCBB57D84107}" type="datetimeFigureOut">
              <a:rPr lang="ru-BY" smtClean="0"/>
              <a:t>04/27/2026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2845E2-4324-4230-90BB-2BBB305EC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951B2B-D23C-4687-8D82-83952AA1D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05722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39928-F35B-4856-B404-1FD548F31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460" y="842434"/>
            <a:ext cx="12117355" cy="598812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Интеллектуальная дорожная система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709BA-176B-DBA9-0ED2-8E266F278832}"/>
              </a:ext>
            </a:extLst>
          </p:cNvPr>
          <p:cNvSpPr txBox="1"/>
          <p:nvPr/>
        </p:nvSpPr>
        <p:spPr>
          <a:xfrm>
            <a:off x="2528207" y="2017366"/>
            <a:ext cx="71355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1. Участие в проектировании архитектуры интеллектуальных интегрированных систем.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624E7-D88D-DCF6-787C-392D5F2C4925}"/>
              </a:ext>
            </a:extLst>
          </p:cNvPr>
          <p:cNvSpPr txBox="1"/>
          <p:nvPr/>
        </p:nvSpPr>
        <p:spPr>
          <a:xfrm>
            <a:off x="2528207" y="3978482"/>
            <a:ext cx="71355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Макарова Александра Алексеевна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9ИС31</a:t>
            </a:r>
          </a:p>
        </p:txBody>
      </p:sp>
    </p:spTree>
    <p:extLst>
      <p:ext uri="{BB962C8B-B14F-4D97-AF65-F5344CB8AC3E}">
        <p14:creationId xmlns:p14="http://schemas.microsoft.com/office/powerpoint/2010/main" val="3977222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BB736-2371-0AB5-C140-DB416002C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2EE786-A83C-5D92-6518-4EC55B89A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Разработать визуальный редактор для моделирования дорожной инфраструктуры с возможностью тестирования алгоритмов искусственного интеллекта.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графический интерфейс с сеткой 21×21.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добавление дорог и объектов (светофоры, знаки, пешеходы).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Предоставить инструменты изменения свойств (поворот, смена типа, скорость).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сохранение/загрузку сцены в JSON.</a:t>
            </a:r>
          </a:p>
        </p:txBody>
      </p:sp>
    </p:spTree>
    <p:extLst>
      <p:ext uri="{BB962C8B-B14F-4D97-AF65-F5344CB8AC3E}">
        <p14:creationId xmlns:p14="http://schemas.microsoft.com/office/powerpoint/2010/main" val="736829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130B-1609-0A22-3B66-0429D90B4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окно программы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70A248-92A0-8504-4DF5-E1FF2E955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477916" cy="392518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540C37-1CF5-1AF7-40DF-5CF8288E5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22" y="1690688"/>
            <a:ext cx="4468796" cy="39251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E9C070-2F74-250B-56A9-424246DE89FE}"/>
              </a:ext>
            </a:extLst>
          </p:cNvPr>
          <p:cNvSpPr txBox="1"/>
          <p:nvPr/>
        </p:nvSpPr>
        <p:spPr>
          <a:xfrm>
            <a:off x="1854064" y="5846495"/>
            <a:ext cx="2446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Начальный экран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BBDA7-5D25-3734-69DB-1E72DB71ECF5}"/>
              </a:ext>
            </a:extLst>
          </p:cNvPr>
          <p:cNvSpPr txBox="1"/>
          <p:nvPr/>
        </p:nvSpPr>
        <p:spPr>
          <a:xfrm>
            <a:off x="7599974" y="5846495"/>
            <a:ext cx="253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объектов</a:t>
            </a:r>
          </a:p>
        </p:txBody>
      </p:sp>
    </p:spTree>
    <p:extLst>
      <p:ext uri="{BB962C8B-B14F-4D97-AF65-F5344CB8AC3E}">
        <p14:creationId xmlns:p14="http://schemas.microsoft.com/office/powerpoint/2010/main" val="1383086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F4BC2-F6E9-BAFD-16BF-A479D69F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863" y="277813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программы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ACF06C-5122-190B-8FF9-DF64DA413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13" y="1530752"/>
            <a:ext cx="3456709" cy="3908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F08CED-79FC-277D-16B9-6A231DB93C13}"/>
              </a:ext>
            </a:extLst>
          </p:cNvPr>
          <p:cNvSpPr txBox="1"/>
          <p:nvPr/>
        </p:nvSpPr>
        <p:spPr>
          <a:xfrm>
            <a:off x="1444335" y="5559436"/>
            <a:ext cx="3014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дорог и объектов на них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F31840-D280-D727-E530-B63B2957E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781" y="1791092"/>
            <a:ext cx="4520819" cy="33875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6BDF23-C2B5-9A21-BFE8-973F14758F07}"/>
              </a:ext>
            </a:extLst>
          </p:cNvPr>
          <p:cNvSpPr txBox="1"/>
          <p:nvPr/>
        </p:nvSpPr>
        <p:spPr>
          <a:xfrm>
            <a:off x="7352144" y="5366326"/>
            <a:ext cx="2706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свойств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3452854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916A4-BDBD-D6BA-EE63-CC45C5F28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024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программы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FD78DE-CF8F-B98F-9C72-E008AC6C5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7418"/>
            <a:ext cx="4624287" cy="30899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0A0D94-EFEF-52B9-AACD-7AA8A61F4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837" y="2195672"/>
            <a:ext cx="4782217" cy="2981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CAB6BD-5F6D-C500-AF88-B023CA4C1AC5}"/>
              </a:ext>
            </a:extLst>
          </p:cNvPr>
          <p:cNvSpPr txBox="1"/>
          <p:nvPr/>
        </p:nvSpPr>
        <p:spPr>
          <a:xfrm>
            <a:off x="1791855" y="5384800"/>
            <a:ext cx="2595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свойств пешехода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CE2FF4-05EC-D5CC-CC6C-9C4FAE1575D1}"/>
              </a:ext>
            </a:extLst>
          </p:cNvPr>
          <p:cNvSpPr txBox="1"/>
          <p:nvPr/>
        </p:nvSpPr>
        <p:spPr>
          <a:xfrm>
            <a:off x="7730836" y="5298776"/>
            <a:ext cx="266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свойств светофора и знаков</a:t>
            </a:r>
          </a:p>
        </p:txBody>
      </p:sp>
    </p:spTree>
    <p:extLst>
      <p:ext uri="{BB962C8B-B14F-4D97-AF65-F5344CB8AC3E}">
        <p14:creationId xmlns:p14="http://schemas.microsoft.com/office/powerpoint/2010/main" val="353390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6E497C-6455-77BD-530D-CF7CBF780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программы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97039C-BD75-158C-72BD-639C59ADB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575" y="1690688"/>
            <a:ext cx="4618850" cy="40316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B3EA63-5240-B690-324C-1F2B0FC5958C}"/>
              </a:ext>
            </a:extLst>
          </p:cNvPr>
          <p:cNvSpPr txBox="1"/>
          <p:nvPr/>
        </p:nvSpPr>
        <p:spPr>
          <a:xfrm>
            <a:off x="4950691" y="5846544"/>
            <a:ext cx="2650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макета из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</p:spTree>
    <p:extLst>
      <p:ext uri="{BB962C8B-B14F-4D97-AF65-F5344CB8AC3E}">
        <p14:creationId xmlns:p14="http://schemas.microsoft.com/office/powerpoint/2010/main" val="4175458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2D2E2C-612E-BABF-5C97-7B2999AAB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20243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117</Words>
  <Application>Microsoft Office PowerPoint</Application>
  <PresentationFormat>Широкоэкранный</PresentationFormat>
  <Paragraphs>23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Интеллектуальная дорожная система</vt:lpstr>
      <vt:lpstr>Цели и задачи</vt:lpstr>
      <vt:lpstr>Главное окно программы</vt:lpstr>
      <vt:lpstr>Интерфейс программы</vt:lpstr>
      <vt:lpstr>Интерфейс программы</vt:lpstr>
      <vt:lpstr>Интерфейс программы</vt:lpstr>
      <vt:lpstr>Спасибо за 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Интеллектуальная дорожная система</dc:title>
  <dc:creator>sdvseven</dc:creator>
  <cp:lastModifiedBy>Stud</cp:lastModifiedBy>
  <cp:revision>4</cp:revision>
  <dcterms:created xsi:type="dcterms:W3CDTF">2026-04-22T13:59:32Z</dcterms:created>
  <dcterms:modified xsi:type="dcterms:W3CDTF">2026-04-27T12:39:57Z</dcterms:modified>
</cp:coreProperties>
</file>